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6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534AB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7B6BD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Journey Maps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CUJ analysis across macOS App &amp; VS Code Extension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three user personas: Newbie, Intermediate, and Developer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2286000" cy="0"/>
          </a:xfrm>
          <a:prstGeom prst="line">
            <a:avLst/>
          </a:prstGeom>
          <a:noFill/>
          <a:ln w="25400">
            <a:solidFill>
              <a:srgbClr val="7B6B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MURROR  ·  murror.app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Codepet?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14–25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coding experience. Curious, anxious, needs hand-holding. Drawn by the cute pet concept.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code from scratch, feel safe making mistakes, build confidence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18–30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basics (HTML/CSS/JS). Wants to level up skills and build real projects. Uses both macOS app and extension.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7472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knowledge gaps, track skill growth, get unstuck faster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22–40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or advanced coder. Lives in VS Code. Wants AI companion for productivity, not tutorials.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3246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30936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faster, capture learnings automatically, get contextual AI help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macOS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macOS App — Newbie Journey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17904"/>
                <a:gridCol w="1517904"/>
                <a:gridCol w="1517904"/>
                <a:gridCol w="1517904"/>
                <a:gridCol w="151790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Lesson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Codepet via App Store or friend recommendation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Completes age gate, answers 6 questions, picks a character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first kingdom (Molten Forge), taps first lesson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daily for lessons, feeds pet, maintains streak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Unlocks new kingdoms, earns coins, levels up skills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listing, social media, word of mouth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Splash screen, onboarding flow, character select, first words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map, kingdom interior, lesson modal, companion chat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Welcome-back screen, HUD (hearts/coins/streak), pet care panel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tree, world map progression, coin shop, achievements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B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"This looks cute and different from boring coding sites"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questions make me feel seen — it knows I'm a beginner"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"Oh I got that wrong but my pet is encouraging me!"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don't want to lose my streak — Nova is counting on me"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can actually see how much I've learned!"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Curious 🌱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Welcomed 😊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Nervous → Proud 💪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Motivated 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sure if this is a real coding tool or just a game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gate can feel gatekeep-y; 6 questions feel long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out of hearts and can't continue (frustrating)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Forgets to return; no push notifications on macOS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8 lessons — hits content ceiling quickly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proof in App Store (ratings, screenshots of real code)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to 3–4 questions; make character selection feel magical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regen timer visible; earn hearts via pet care tasks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integration; menu bar streak reminder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 community challenges; generate practice problems with AI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macOS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macOS App — Intermediate Journey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17904"/>
                <a:gridCol w="1517904"/>
                <a:gridCol w="1517904"/>
                <a:gridCol w="1517904"/>
                <a:gridCol w="151790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/ Sign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Projects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after break or signs in on new device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skill tree to identify gaps in knowledge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specific kingdom/lesson for weak skill areas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learned concepts in real code (switches to VS Code)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Completes all kingdoms, unlocks advanced challenges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Returning sign-in, cloud sync restore, welcome-back overlay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tree view, compendium (v1.1), progress insights tab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Kingdom interior, lesson modal, companion AI guidance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Cross-product handoff to VS Code extension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Achievements, boss battles, skill mastery badges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B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"Good — my progress is still here from last time"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know HTML/CSS but my JS is weak — I can see it clearly"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lessons are more challenging now — I'm actually learning"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wish my pet could help me in VS Code too"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want harder content — what's next after these lessons?"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 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Self-aware 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Challenged 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Productive → Split 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Hungry for more 🎯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sync is slow or fails silently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tree doesn't reflect real coding 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Lessons too easy for someone who knows basics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smooth handoff between macOS app and extension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ceiling — 8 lessons run out fast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sync status indicator; offline mode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skill assessment based on actual code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difficulty; skip-ahead for known topics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Deep-link from app to extension with context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 advanced lessons; community content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macOS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macOS App — Developer Journey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17904"/>
                <a:gridCol w="1517904"/>
                <a:gridCol w="1517904"/>
                <a:gridCol w="1517904"/>
                <a:gridCol w="151790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Setup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Exploring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Deciding 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Discovers Codepet via Product Hunt, HN, or dev community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 app, skips onboarding quickly, picks a character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Browses lessons to gauge depth; checks if companion AI is useful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whether this adds value to existing workflow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installs extension (core value) or drops the app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Hunt, Hacker News, Twitter/X, dev blogs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→ splash → rapid onboarding → main tab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modal, companion AI panel, skill tree overview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Settings, pet care (novelty?), world map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marketplace link from app / menu bar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B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coding companion? Interesting — or is this just gamified fluff?"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"Let me skip the cute stuff and see what it actually does"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lessons are too basic for me but the AI companion is interesting"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this doesn't integrate with my editor, it's a toy"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extension is where the real value is — the app is for context"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Skeptical 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Impatient 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Underwhelmed 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Evaluating ⚖️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Decisive 🎯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 screenshots look kid-oriented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skip onboarding fast enough; feels patronizing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way to set skill level upfront (wastes time on basics)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care feels irrelevant to a working developer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clear path from app to extension — discovery gap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Developer-specific marketing (show extension features)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onboarding: 'I'm a developer' → skip to companion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Skill-level selector: Beginner / Intermediate / Pro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mode: hide pet care, focus on AI + insights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extension install; shared identity via Firebase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VS CODE EXTENSION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Extension — Newbie Journey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17904"/>
                <a:gridCol w="1517904"/>
                <a:gridCol w="1517904"/>
                <a:gridCol w="1517904"/>
                <a:gridCol w="151790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Coding 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Getting Help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Habit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extension from marketplace (or linked from macOS app)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VS Code sidebar, sees pet character and dashboard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coding; extension tracks session and captures lessons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question in Ask Codepet; gets contextual guidance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daily; lesson feed grows; sees progress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marketplace, macOS app deep-link, menu bar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Sidebar: pet widget, Today's Coding stats, lesson feed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scanner (real-time errors), auto-lesson capture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Codepet chat, voice input, companion AI responses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feed history, streak indicator, welcome banner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B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hope this helps me code — VS Code is still scary"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"Oh! My pet is here too — this feels familiar from the app"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noticed my error before I did — that's helpful"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"Byte explains things simply, not like Stack Overflow"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can see what I've learned each day — I'm growing!"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Hopeful 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Comforted 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🛡️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B6B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Understood 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🌱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itself is overwhelming; extension adds more UI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sure what stats mean or how pet connects to coding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scanner errors can feel like criticism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responses sometimes too brief or miss context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guided first-run tour; lost in the sidebar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First-run guided tour: 'Let me show you around!'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reacts to code events (happy on save, worried on error)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scanner as helper: 'I spotted something — want me to explain?'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AI responses for newbies; skill-level-aware answers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progress email; milestone celebrations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VS CODE EXTENSION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Extension — Intermediate Journey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17904"/>
                <a:gridCol w="1517904"/>
                <a:gridCol w="1517904"/>
                <a:gridCol w="1517904"/>
                <a:gridCol w="151790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&amp; Sync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Capture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Reflection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extension to macOS app account; syncs progress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actively; switches between files and projects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auto-captured lessons after coding sessions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Codepet for help with specific patterns or bugs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insights to track which skills are growing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Auto-link with macOS app, Firebase sync, welcome banner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scanner, real-time diagnostics, quick-fix actions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feed (auto-updated from Claude sessions), swipe cards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Codepet chat, voice notes, inline fix suggestions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Coding stats, session summaries, skill tracking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B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"Nice — it already knows me from the app"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real-time error detection catches things I miss"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"These lesson cards are actually useful study notes"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"Codepet gives advice only when I ask — I like that"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can see I'm getting better at React but weak on testing"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flow 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Reflective 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Empowered 💪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7B6B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Self-aware 🎯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sometimes breaks; workspace isolation confusing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Scanner notifications can be noisy during rapid iteration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Auto-lessons sometimes capture noise instead of insights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history doesn't persist across sessions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way to compare skills with peers or benchmarks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sync status badge; manual sync button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notification throttling; 'focus mode' toggle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noise filtering; user can edit/pin lessons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chat per workspace; conversation export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benchmarks; community percentile rankings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VS CODE EXTENSION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Extension — Developer Journey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17904"/>
                <a:gridCol w="1517904"/>
                <a:gridCol w="1517904"/>
                <a:gridCol w="1517904"/>
                <a:gridCol w="151790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&amp; Configure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Workflow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Companion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Capture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extension; configures settings; sets API keys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in VS Code; extension runs silently in background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Codepet about architecture decisions or tradeoffs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captured lessons as personal knowledge base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Recommends to team; considers enterprise features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Marketplace, settings panel, API key commands, scanner toggle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session tracking, minimal sidebar, stats-on-hover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Codepet (text + voice), option guide, process evaluator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feed, session summaries, exportable insights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sharing, workspace-scoped memory, streak stats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B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"Let me configure this properly — I want control"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"Good — it stays out of my way until I need it"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option evaluator is actually helping me think through decisions"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"These auto-lessons are like a dev journal I never had to write"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"This is a genuine productivity tool, not just a toy"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control ⚙️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Uninterrupted 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34A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Impressed 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Grateful 📚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 advocate 🏆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settings; unclear which API key to choose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character feels unnecessary for power users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responses sometimes too simple for senior devs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Lessons lack code snippets from actual sessions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team features; knowledge stays siloed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wizard: 'What matters to you?' → auto-configure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mode: minimal UI, hide pet, focus on AI +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Depth-aware AI: detect skill level, adjust complexity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code context in lessons; link to file + 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dashboard; shared learnings; enterprise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SYNC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Handoff Moments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8686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App  →  Extension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User opens VS Code for the first time after completing a lesson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No handoff — extension doesn't know about app progress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0" y="1536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Extension greets: 'Nice work on Molten Forge! Ready to apply it?'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5740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 →  macOS App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User finishes a long coding session and closes VS Code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Stats sync via Firestore but no contextual message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0" y="2496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App shows: 'You coded 45 min in React today — new skill unlocked!'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64008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63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 →  macOS App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Extension captures a lesson from Claude session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Lesson stays in extension only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0" y="3456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Lesson appears in app's Compendium with source attribution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77640"/>
            <a:ext cx="64008" cy="868680"/>
          </a:xfrm>
          <a:prstGeom prst="rect">
            <a:avLst/>
          </a:prstGeom>
          <a:solidFill>
            <a:srgbClr val="E879A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23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App  →  Extension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User earns hearts/coins in the app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Economy is app-only; extension has no economy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0" y="4416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Shared economy: earn coins in extension, spend in app shop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6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vs Gaps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design — pet character creates genuine attachment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Mentor-mode AI — gives advice only when asked, not prescriptive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Auto-lesson capture — zero-effort learning journal from coding sessions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isolation — per-project memory prevents context bleed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identity — Firebase account shared between app and extension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skill progression — world map + kingdoms makes growth tangible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non-intrusive sidebar — stays out of developer flow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first-run guided tour — users are dropped into sidebar cold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skill-level selector — forces developers through beginner content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ceiling — only 8 lessons before user runs out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cross-product handoff prompts — app and extension feel disconnected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 mode — developers can't hide pet care / gamification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doesn't persist — loses conversation context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team/sharing features — knowledge stays individual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6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Opportunities from CUJ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200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Ship 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guided tour (extension)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Skill-level selector at onboarding (app)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handoff prompts (both)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97480" cy="3200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097280"/>
            <a:ext cx="269748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34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Next Sprint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6002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mode toggle (hide gamification)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chat history per workspace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advanced lessons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97480" cy="3200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9748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34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v1.1+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6002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economy (coins across products)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 &amp; shared learnings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digest email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cross-product CUJ analysis across 3 personas × 2 products  ·  MURROR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Codepet — Customer Journey Maps</dc:title>
  <dc:subject>PptxGenJS Presentation</dc:subject>
  <dc:creator>MURROR</dc:creator>
  <cp:lastModifiedBy>MURROR</cp:lastModifiedBy>
  <cp:revision>1</cp:revision>
  <dcterms:created xsi:type="dcterms:W3CDTF">2026-04-16T09:11:27Z</dcterms:created>
  <dcterms:modified xsi:type="dcterms:W3CDTF">2026-04-16T09:11:27Z</dcterms:modified>
</cp:coreProperties>
</file>